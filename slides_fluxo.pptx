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Panorama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mycc-pt: compilador educacional em português, gera IR/obj/exe e executa via `lli`.</a:t>
            </a:r>
          </a:p>
          <a:p>
            <a:pPr/>
            <a:r>
              <a:t>Arquitetura em camadas (CLI → Lexer/Parser/AST → Semântica → Codegen/Runtime).</a:t>
            </a:r>
          </a:p>
          <a:p>
            <a:pPr/>
            <a:r>
              <a:t>Scripts automatizam build/testes e empacotamento para a entrega A3.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Entrada e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 (`src/cli.cpp` / `mycc_cli`) processa flags: `--check`, `--dump-ast`, `--dump-ir`, `--run`, `--emit-*`, `--opt`, `--target`.</a:t>
            </a:r>
          </a:p>
          <a:p>
            <a:pPr/>
            <a:r>
              <a:t>Lexer (`src/lexer.cpp`) lê `.my`, reconhece tokens em português com linha/coluna.</a:t>
            </a:r>
          </a:p>
          <a:p>
            <a:pPr/>
            <a:r>
              <a:t>Parser (`src/parser.cpp`) constrói a AST (`src/ast.hpp`) com nós para funções, variáveis, `se/enquanto/para`, expressões e intrínsecas 2D.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Semântica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`src/semantics.hpp` percorre a AST e monta tabelas de símbolos empilhadas (funções/variáveis/consts) com flag `isBoolLike`.</a:t>
            </a:r>
          </a:p>
          <a:p>
            <a:pPr/>
            <a:r>
              <a:t>Regras garantidas: retorno em todos os caminhos, `quebra/continua` só dentro de laço, conversões implícitas restritas (inteiro↔lógico 0/1).</a:t>
            </a:r>
          </a:p>
          <a:p>
            <a:pPr/>
            <a:r>
              <a:t>Checks adicionais: vetores 1D (tamanho fixo, índices inteiros), intrínsecas `copy2d/fill2d`, diagnósticos em português via `src/diagnostics.cpp`.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Codegen e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`src/codegen.cpp` gera LLVM IR SSA (`llvm::Module` + `IRBuilder`), com `--verify-ir` opcional.</a:t>
            </a:r>
          </a:p>
          <a:p>
            <a:pPr/>
            <a:r>
              <a:t>Flags: `--fast2d`, `--vec2d`, `--unroll2d`, `--opt/-O*`, `--opt-pipeline`, `--print-pipeline`, `--target=&lt;triple&gt;`, `-g`, `--ubsan`, `--emit-ll|bc|asm|obj|exe`, `--run`.</a:t>
            </a:r>
          </a:p>
          <a:p>
            <a:pPr/>
            <a:r>
              <a:t>Runtime (`src/runtime.c`) fornece `printi/printb/prints`; `--emit-exe` chama `clang` e linka `libmycc_runtime.a` via `MYCC_DEFAULT_RT_PATH`.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 e Testes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rápido: `./scripts/rebuild.sh`.</a:t>
            </a:r>
          </a:p>
          <a:p>
            <a:pPr/>
            <a:r>
              <a:t>Testes (~150 casos) com `./scripts/run_tests.sh`: MUST_PASS (funções, vetores, controle de fluxo, intrínsecas, múltiplos targets, emissões) e MUST_FAIL (conversões inválidas, `quebra` fora de laço, falta de retorno, vetores incorretos, contratos 2D quebrados).</a:t>
            </a:r>
          </a:p>
          <a:p>
            <a:pPr/>
            <a:r>
              <a:t>Suite A3: `run_a3_demo`, `run_a3_invalids`, `run_a3_all`, `run_a3_finalize` + overview de erros educativos.</a:t>
            </a:r>
          </a:p>
          <a:p>
            <a:pPr/>
            <a:r>
              <a:t>Automatização e portabilidade: `./scripts/quickstart.sh` (rebuild + A3 + pacote) e `./scripts/run_in_docker.sh`.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Possibilidades de Programação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Funções (recursivas ou não) com parâmetros por valor retornando `inteiro` ou `vazio`.</a:t>
            </a:r>
          </a:p>
          <a:p>
            <a:pPr/>
            <a:r>
              <a:t>Controle `se/senao`, `enquanto`, `para` com `quebra/continua` → algoritmos iterativos e buscas.</a:t>
            </a:r>
          </a:p>
          <a:p>
            <a:pPr/>
            <a:r>
              <a:t>Vetores 1D com inicialização literal → ordenações simples, contadores, flags booleanas.</a:t>
            </a:r>
          </a:p>
          <a:p>
            <a:pPr/>
            <a:r>
              <a:t>Intrínsecas `copy2d`/`fill2d` para buffers 2D e exploração das flags `--fast2d/--vec2d/--unroll2d`.</a:t>
            </a:r>
          </a:p>
          <a:p>
            <a:pPr/>
            <a:r>
              <a:t>IO básico (`printi`, `printb`, `prints`) e emissão multiplataforma (`.ll/.bc/.s/.o` ou executáveis).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Comandos de Demonstração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latin typeface="Courier New"/>
              </a:defRPr>
            </a:pPr>
            <a:r>
              <a:t>./build/mycc_cli --version   ;   ./build/mycc_cli --help</a:t>
            </a:r>
            <a:br/>
            <a:r>
              <a:t>./build/mycc_cli --dump-ast examples/03_fatorial_iter.my</a:t>
            </a:r>
            <a:br/>
            <a:r>
              <a:t>./build/mycc_cli --emit-ll --verify-ir -o fat.ll examples/03_fatorial_iter.my</a:t>
            </a:r>
            <a:br/>
            <a:r>
              <a:t>./scripts/run_a3_all.sh</a:t>
            </a:r>
            <a:br/>
            <a:r>
              <a:t>./scripts/run_tests.sh</a:t>
            </a:r>
            <a:br/>
            <a:r>
              <a:t>./scripts/quickstart.sh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